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Quelles sont toutes les marques d’aliments pour ANIMAL que vous connaissez ne serait-ce que de nom 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20.555288142308271</c:v>
                </c:pt>
                <c:pt idx="1">
                  <c:v>12.632980238260268</c:v>
                </c:pt>
                <c:pt idx="2">
                  <c:v>12.014435459945021</c:v>
                </c:pt>
                <c:pt idx="3">
                  <c:v>7.0620599842790215</c:v>
                </c:pt>
                <c:pt idx="4">
                  <c:v>7.0004079880861907</c:v>
                </c:pt>
                <c:pt idx="5">
                  <c:v>6.9243649242117664</c:v>
                </c:pt>
                <c:pt idx="6">
                  <c:v>5.9467923944249872</c:v>
                </c:pt>
                <c:pt idx="7">
                  <c:v>4.319866646272323</c:v>
                </c:pt>
                <c:pt idx="8">
                  <c:v>3.2718817078553704</c:v>
                </c:pt>
                <c:pt idx="9">
                  <c:v>2.6056347541347358</c:v>
                </c:pt>
                <c:pt idx="10">
                  <c:v>2.5796201022935152</c:v>
                </c:pt>
                <c:pt idx="11">
                  <c:v>1.850925151144367</c:v>
                </c:pt>
                <c:pt idx="12">
                  <c:v>1.7328534606978339</c:v>
                </c:pt>
                <c:pt idx="13">
                  <c:v>1.5353975999005591</c:v>
                </c:pt>
                <c:pt idx="14">
                  <c:v>1.528656770897078</c:v>
                </c:pt>
                <c:pt idx="15">
                  <c:v>1.4214246793177321</c:v>
                </c:pt>
                <c:pt idx="16">
                  <c:v>1.271958549304367</c:v>
                </c:pt>
                <c:pt idx="17">
                  <c:v>1.1281327398591969</c:v>
                </c:pt>
                <c:pt idx="18">
                  <c:v>0.95080460850823589</c:v>
                </c:pt>
                <c:pt idx="19">
                  <c:v>0.92193544019636997</c:v>
                </c:pt>
                <c:pt idx="20">
                  <c:v>0.81567014119512649</c:v>
                </c:pt>
                <c:pt idx="21">
                  <c:v>0.69783330782119235</c:v>
                </c:pt>
                <c:pt idx="22">
                  <c:v>0.67398750926689388</c:v>
                </c:pt>
                <c:pt idx="23">
                  <c:v>0.55708769981965289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A7-4553-AD16-5604A0D48F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26.112148796914731</c:v>
                </c:pt>
                <c:pt idx="1">
                  <c:v>12.03227640191376</c:v>
                </c:pt>
                <c:pt idx="2">
                  <c:v>9.6735850741673239</c:v>
                </c:pt>
                <c:pt idx="3">
                  <c:v>5.567163297940616</c:v>
                </c:pt>
                <c:pt idx="4">
                  <c:v>7.2097577524983416</c:v>
                </c:pt>
                <c:pt idx="5">
                  <c:v>9.8088798295218353</c:v>
                </c:pt>
                <c:pt idx="6">
                  <c:v>5.4569975674782363</c:v>
                </c:pt>
                <c:pt idx="7">
                  <c:v>6.1206218418953755</c:v>
                </c:pt>
                <c:pt idx="8">
                  <c:v>0.25833120465058229</c:v>
                </c:pt>
                <c:pt idx="9">
                  <c:v>1.086046263365033</c:v>
                </c:pt>
                <c:pt idx="10">
                  <c:v>2.1272743246629369</c:v>
                </c:pt>
                <c:pt idx="11">
                  <c:v>3.2186809891706192</c:v>
                </c:pt>
                <c:pt idx="12">
                  <c:v>2.8623709045680212</c:v>
                </c:pt>
                <c:pt idx="13">
                  <c:v>3.038010264285659</c:v>
                </c:pt>
                <c:pt idx="14">
                  <c:v>0.9378401802301074</c:v>
                </c:pt>
                <c:pt idx="15">
                  <c:v>0</c:v>
                </c:pt>
                <c:pt idx="16">
                  <c:v>1.7731965953885911</c:v>
                </c:pt>
                <c:pt idx="17">
                  <c:v>0</c:v>
                </c:pt>
                <c:pt idx="18">
                  <c:v>0.53075237538839182</c:v>
                </c:pt>
                <c:pt idx="19">
                  <c:v>0.32426570866595517</c:v>
                </c:pt>
                <c:pt idx="20">
                  <c:v>0.36566936673981831</c:v>
                </c:pt>
                <c:pt idx="21">
                  <c:v>0.39652606968476439</c:v>
                </c:pt>
                <c:pt idx="22">
                  <c:v>0.9068373300708078</c:v>
                </c:pt>
                <c:pt idx="23">
                  <c:v>0.1927678607986196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A7-4553-AD16-5604A0D48F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8.149922177469108</c:v>
                </c:pt>
                <c:pt idx="1">
                  <c:v>15.919553440624821</c:v>
                </c:pt>
                <c:pt idx="2">
                  <c:v>21.518355884528539</c:v>
                </c:pt>
                <c:pt idx="3">
                  <c:v>5.3242639956115312</c:v>
                </c:pt>
                <c:pt idx="4">
                  <c:v>6.5324071170295293</c:v>
                </c:pt>
                <c:pt idx="5">
                  <c:v>2.0220519659128979</c:v>
                </c:pt>
                <c:pt idx="6">
                  <c:v>6.7366931853651026</c:v>
                </c:pt>
                <c:pt idx="7">
                  <c:v>0.9557018839178697</c:v>
                </c:pt>
                <c:pt idx="8">
                  <c:v>8.2667598250691654</c:v>
                </c:pt>
                <c:pt idx="9">
                  <c:v>5.2256206122862841</c:v>
                </c:pt>
                <c:pt idx="10">
                  <c:v>1.6267186091784371</c:v>
                </c:pt>
                <c:pt idx="11">
                  <c:v>0.49348731320648842</c:v>
                </c:pt>
                <c:pt idx="12">
                  <c:v>0</c:v>
                </c:pt>
                <c:pt idx="13">
                  <c:v>0</c:v>
                </c:pt>
                <c:pt idx="14">
                  <c:v>2.8881109810437557</c:v>
                </c:pt>
                <c:pt idx="15">
                  <c:v>3.6169639472780979</c:v>
                </c:pt>
                <c:pt idx="16">
                  <c:v>0.97434298426313537</c:v>
                </c:pt>
                <c:pt idx="17">
                  <c:v>2.7592889796504609</c:v>
                </c:pt>
                <c:pt idx="18">
                  <c:v>0.75644428724326296</c:v>
                </c:pt>
                <c:pt idx="19">
                  <c:v>0.5362818695534024</c:v>
                </c:pt>
                <c:pt idx="20">
                  <c:v>2.193182044803474</c:v>
                </c:pt>
                <c:pt idx="21">
                  <c:v>1.0730937170233812</c:v>
                </c:pt>
                <c:pt idx="22">
                  <c:v>0.55334613423152956</c:v>
                </c:pt>
                <c:pt idx="23">
                  <c:v>1.8774090447097169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A7-4553-AD16-5604A0D48F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21.471781867260802</c:v>
                </c:pt>
                <c:pt idx="1">
                  <c:v>10.626735941371109</c:v>
                </c:pt>
                <c:pt idx="2">
                  <c:v>7.4346160555086698</c:v>
                </c:pt>
                <c:pt idx="3">
                  <c:v>11.790489036216419</c:v>
                </c:pt>
                <c:pt idx="4">
                  <c:v>7.035563237083899</c:v>
                </c:pt>
                <c:pt idx="5">
                  <c:v>5.8932249780425794</c:v>
                </c:pt>
                <c:pt idx="6">
                  <c:v>6.1635620410792002</c:v>
                </c:pt>
                <c:pt idx="7">
                  <c:v>3.9738846543932711</c:v>
                </c:pt>
                <c:pt idx="8">
                  <c:v>4.4733837130783529</c:v>
                </c:pt>
                <c:pt idx="9">
                  <c:v>3.1121830555781411</c:v>
                </c:pt>
                <c:pt idx="10">
                  <c:v>4.4290454846697811</c:v>
                </c:pt>
                <c:pt idx="11">
                  <c:v>0.41395820720433696</c:v>
                </c:pt>
                <c:pt idx="12">
                  <c:v>1.145970932592618</c:v>
                </c:pt>
                <c:pt idx="13">
                  <c:v>0</c:v>
                </c:pt>
                <c:pt idx="14">
                  <c:v>1.391521040477691</c:v>
                </c:pt>
                <c:pt idx="15">
                  <c:v>2.1454161333931649</c:v>
                </c:pt>
                <c:pt idx="16">
                  <c:v>0.54945658002944076</c:v>
                </c:pt>
                <c:pt idx="17">
                  <c:v>1.811905040681782</c:v>
                </c:pt>
                <c:pt idx="18">
                  <c:v>1.9913020666456651</c:v>
                </c:pt>
                <c:pt idx="19">
                  <c:v>2.5093603597675349</c:v>
                </c:pt>
                <c:pt idx="20">
                  <c:v>0.3758939229056118</c:v>
                </c:pt>
                <c:pt idx="21">
                  <c:v>0.93966433914751901</c:v>
                </c:pt>
                <c:pt idx="22">
                  <c:v>0.3210813128723124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A7-4553-AD16-5604A0D48F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Quelles sont toutes les AUTRES marques d’aliments pour chiens et chats que vous connaissez, ne serait-ce que de nom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46.453248547934287</c:v>
                </c:pt>
                <c:pt idx="1">
                  <c:v>37.90064842293944</c:v>
                </c:pt>
                <c:pt idx="2">
                  <c:v>31.704901177370331</c:v>
                </c:pt>
                <c:pt idx="3">
                  <c:v>27.83933995992744</c:v>
                </c:pt>
                <c:pt idx="4">
                  <c:v>21.410362976529651</c:v>
                </c:pt>
                <c:pt idx="5">
                  <c:v>19.84621171261989</c:v>
                </c:pt>
                <c:pt idx="6">
                  <c:v>17.02238223460073</c:v>
                </c:pt>
                <c:pt idx="7">
                  <c:v>12.702815925354418</c:v>
                </c:pt>
                <c:pt idx="8">
                  <c:v>12.641958094453809</c:v>
                </c:pt>
                <c:pt idx="9">
                  <c:v>11.9579278850469</c:v>
                </c:pt>
                <c:pt idx="10">
                  <c:v>8.9013223062739595</c:v>
                </c:pt>
                <c:pt idx="11">
                  <c:v>7.3060417893977032</c:v>
                </c:pt>
                <c:pt idx="12">
                  <c:v>6.7681185012393712</c:v>
                </c:pt>
                <c:pt idx="13">
                  <c:v>6.5612560304613581</c:v>
                </c:pt>
                <c:pt idx="14">
                  <c:v>6.2287147669042326</c:v>
                </c:pt>
                <c:pt idx="15">
                  <c:v>3.855929344189978</c:v>
                </c:pt>
                <c:pt idx="16">
                  <c:v>3.5618536445766651</c:v>
                </c:pt>
                <c:pt idx="17">
                  <c:v>3.1235826062019498</c:v>
                </c:pt>
                <c:pt idx="18">
                  <c:v>2.939559692058741</c:v>
                </c:pt>
                <c:pt idx="19">
                  <c:v>2.789699172812611</c:v>
                </c:pt>
                <c:pt idx="20">
                  <c:v>2.6314141754395308</c:v>
                </c:pt>
                <c:pt idx="21">
                  <c:v>2.3756947459113888</c:v>
                </c:pt>
                <c:pt idx="22">
                  <c:v>1.139071452293132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3-4114-9C31-5672F4F461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56.93116223621314</c:v>
                </c:pt>
                <c:pt idx="1">
                  <c:v>34.039739888108386</c:v>
                </c:pt>
                <c:pt idx="2">
                  <c:v>44.08272030827181</c:v>
                </c:pt>
                <c:pt idx="3">
                  <c:v>30.521738904534811</c:v>
                </c:pt>
                <c:pt idx="4">
                  <c:v>30.53434964912206</c:v>
                </c:pt>
                <c:pt idx="5">
                  <c:v>19.777364883205749</c:v>
                </c:pt>
                <c:pt idx="6">
                  <c:v>18.154874385810249</c:v>
                </c:pt>
                <c:pt idx="7">
                  <c:v>3.3193187126164885</c:v>
                </c:pt>
                <c:pt idx="8">
                  <c:v>17.615246236621079</c:v>
                </c:pt>
                <c:pt idx="9">
                  <c:v>8.3964899493467602</c:v>
                </c:pt>
                <c:pt idx="10">
                  <c:v>14.344276211636139</c:v>
                </c:pt>
                <c:pt idx="11">
                  <c:v>5.6581118468538998</c:v>
                </c:pt>
                <c:pt idx="12">
                  <c:v>5.2390726844561719</c:v>
                </c:pt>
                <c:pt idx="13">
                  <c:v>2.1227773377842829</c:v>
                </c:pt>
                <c:pt idx="14">
                  <c:v>1.160630720071991</c:v>
                </c:pt>
                <c:pt idx="15">
                  <c:v>6.2836164261553282</c:v>
                </c:pt>
                <c:pt idx="16">
                  <c:v>3.4248736536200037</c:v>
                </c:pt>
                <c:pt idx="17">
                  <c:v>4.0196029345714184</c:v>
                </c:pt>
                <c:pt idx="18">
                  <c:v>2.2715980562805709</c:v>
                </c:pt>
                <c:pt idx="19">
                  <c:v>1.518189394670042</c:v>
                </c:pt>
                <c:pt idx="20">
                  <c:v>1.014511743718542</c:v>
                </c:pt>
                <c:pt idx="21">
                  <c:v>0.45257000728119756</c:v>
                </c:pt>
                <c:pt idx="22">
                  <c:v>0.32426570866595517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53-4114-9C31-5672F4F461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27.29904990815697</c:v>
                </c:pt>
                <c:pt idx="1">
                  <c:v>49.301846103870773</c:v>
                </c:pt>
                <c:pt idx="2">
                  <c:v>7.9224193026518677</c:v>
                </c:pt>
                <c:pt idx="3">
                  <c:v>20.721480557752852</c:v>
                </c:pt>
                <c:pt idx="4">
                  <c:v>4.2989419592688076</c:v>
                </c:pt>
                <c:pt idx="5">
                  <c:v>16.91044656881861</c:v>
                </c:pt>
                <c:pt idx="6">
                  <c:v>14.86618346181945</c:v>
                </c:pt>
                <c:pt idx="7">
                  <c:v>26.603930312050561</c:v>
                </c:pt>
                <c:pt idx="8">
                  <c:v>2.7374000925705162</c:v>
                </c:pt>
                <c:pt idx="9">
                  <c:v>15.336457967138761</c:v>
                </c:pt>
                <c:pt idx="10">
                  <c:v>0.43900451669603097</c:v>
                </c:pt>
                <c:pt idx="11">
                  <c:v>7.3680239999382922</c:v>
                </c:pt>
                <c:pt idx="12">
                  <c:v>6.5569231651056343</c:v>
                </c:pt>
                <c:pt idx="13">
                  <c:v>11.603187149338471</c:v>
                </c:pt>
                <c:pt idx="14">
                  <c:v>12.576817567954309</c:v>
                </c:pt>
                <c:pt idx="15">
                  <c:v>0.91577320219914327</c:v>
                </c:pt>
                <c:pt idx="16">
                  <c:v>3.9364318669516134</c:v>
                </c:pt>
                <c:pt idx="17">
                  <c:v>1.7334394316674742</c:v>
                </c:pt>
                <c:pt idx="18">
                  <c:v>2.409277598599779</c:v>
                </c:pt>
                <c:pt idx="19">
                  <c:v>5.8382335825617337</c:v>
                </c:pt>
                <c:pt idx="20">
                  <c:v>5.9349654003497934</c:v>
                </c:pt>
                <c:pt idx="21">
                  <c:v>3.9068417915484681</c:v>
                </c:pt>
                <c:pt idx="22">
                  <c:v>1.423132780865134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53-4114-9C31-5672F4F4615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44.027800405207778</c:v>
                </c:pt>
                <c:pt idx="1">
                  <c:v>34.536784106083914</c:v>
                </c:pt>
                <c:pt idx="2">
                  <c:v>29.972031303526229</c:v>
                </c:pt>
                <c:pt idx="3">
                  <c:v>29.389033725861502</c:v>
                </c:pt>
                <c:pt idx="4">
                  <c:v>19.722074789791318</c:v>
                </c:pt>
                <c:pt idx="5">
                  <c:v>22.86339277795366</c:v>
                </c:pt>
                <c:pt idx="6">
                  <c:v>16.844477164360068</c:v>
                </c:pt>
                <c:pt idx="7">
                  <c:v>18.063218015076739</c:v>
                </c:pt>
                <c:pt idx="8">
                  <c:v>12.287812089325719</c:v>
                </c:pt>
                <c:pt idx="9">
                  <c:v>15.85254557553912</c:v>
                </c:pt>
                <c:pt idx="10">
                  <c:v>6.183015438886506</c:v>
                </c:pt>
                <c:pt idx="11">
                  <c:v>10.579845863452721</c:v>
                </c:pt>
                <c:pt idx="12">
                  <c:v>10.069152507094611</c:v>
                </c:pt>
                <c:pt idx="13">
                  <c:v>10.599955874136489</c:v>
                </c:pt>
                <c:pt idx="14">
                  <c:v>10.260999189587471</c:v>
                </c:pt>
                <c:pt idx="15">
                  <c:v>1.8257121883765801</c:v>
                </c:pt>
                <c:pt idx="16">
                  <c:v>3.4718394460415603</c:v>
                </c:pt>
                <c:pt idx="17">
                  <c:v>2.6732264616693118</c:v>
                </c:pt>
                <c:pt idx="18">
                  <c:v>4.8109957082742092</c:v>
                </c:pt>
                <c:pt idx="19">
                  <c:v>2.3741661851899298</c:v>
                </c:pt>
                <c:pt idx="20">
                  <c:v>2.6647907936975588</c:v>
                </c:pt>
                <c:pt idx="21">
                  <c:v>4.7661595757199358</c:v>
                </c:pt>
                <c:pt idx="22">
                  <c:v>2.5093603597675349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E53-4114-9C31-5672F4F4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Dans quelle mesure connaissez-vous les marques suivantes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Très bien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2.6768203566327502</c:v>
                </c:pt>
                <c:pt idx="1">
                  <c:v>3.5107416831371507</c:v>
                </c:pt>
                <c:pt idx="2">
                  <c:v>6.3959316482760782</c:v>
                </c:pt>
                <c:pt idx="3">
                  <c:v>7.9055659872349704</c:v>
                </c:pt>
                <c:pt idx="4">
                  <c:v>11.680599898672989</c:v>
                </c:pt>
                <c:pt idx="5">
                  <c:v>13.082782981946787</c:v>
                </c:pt>
                <c:pt idx="6">
                  <c:v>15.119198369649933</c:v>
                </c:pt>
                <c:pt idx="7">
                  <c:v>21.892058057344439</c:v>
                </c:pt>
                <c:pt idx="8">
                  <c:v>23.332934143018637</c:v>
                </c:pt>
                <c:pt idx="9">
                  <c:v>28.863160923354787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2B-47FD-9422-F72FF50433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Assez bien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4.2559462864605813</c:v>
                </c:pt>
                <c:pt idx="1">
                  <c:v>3.5074234081983846</c:v>
                </c:pt>
                <c:pt idx="2">
                  <c:v>6.9233213094683252</c:v>
                </c:pt>
                <c:pt idx="3">
                  <c:v>15.763428710759401</c:v>
                </c:pt>
                <c:pt idx="4">
                  <c:v>19.793769535316226</c:v>
                </c:pt>
                <c:pt idx="5">
                  <c:v>29.295280953653002</c:v>
                </c:pt>
                <c:pt idx="6">
                  <c:v>17.57264481484254</c:v>
                </c:pt>
                <c:pt idx="7">
                  <c:v>32.07402489755205</c:v>
                </c:pt>
                <c:pt idx="8">
                  <c:v>37.328737268205984</c:v>
                </c:pt>
                <c:pt idx="9">
                  <c:v>34.789125092490487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2B-47FD-9422-F72FF50433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Juste de nom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13.813357085888525</c:v>
                </c:pt>
                <c:pt idx="1">
                  <c:v>11.041973431827273</c:v>
                </c:pt>
                <c:pt idx="2">
                  <c:v>17.281260988043869</c:v>
                </c:pt>
                <c:pt idx="3">
                  <c:v>41.78651392206752</c:v>
                </c:pt>
                <c:pt idx="4">
                  <c:v>36.036875972642321</c:v>
                </c:pt>
                <c:pt idx="5">
                  <c:v>36.731540447635794</c:v>
                </c:pt>
                <c:pt idx="6">
                  <c:v>36.014765528410585</c:v>
                </c:pt>
                <c:pt idx="7">
                  <c:v>38.529126166193024</c:v>
                </c:pt>
                <c:pt idx="8">
                  <c:v>34.080494828170451</c:v>
                </c:pt>
                <c:pt idx="9">
                  <c:v>32.537829936367594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2B-47FD-9422-F72FF50433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Pas du tout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79.253876271018129</c:v>
                </c:pt>
                <c:pt idx="1">
                  <c:v>81.939861476837194</c:v>
                </c:pt>
                <c:pt idx="2">
                  <c:v>69.399486054211721</c:v>
                </c:pt>
                <c:pt idx="3">
                  <c:v>34.544491379938108</c:v>
                </c:pt>
                <c:pt idx="4">
                  <c:v>32.488754593368462</c:v>
                </c:pt>
                <c:pt idx="5">
                  <c:v>20.890395616764422</c:v>
                </c:pt>
                <c:pt idx="6">
                  <c:v>31.293391287096938</c:v>
                </c:pt>
                <c:pt idx="7">
                  <c:v>7.5047908789104945</c:v>
                </c:pt>
                <c:pt idx="8">
                  <c:v>5.2578337606049308</c:v>
                </c:pt>
                <c:pt idx="9">
                  <c:v>3.809884047787139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2B-47FD-9422-F72FF5043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 marque d’aliments votre/vos animal(ux) consomme(nt)-t-il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18.795372284201417</c:v>
                </c:pt>
                <c:pt idx="1">
                  <c:v>16.671504808154008</c:v>
                </c:pt>
                <c:pt idx="2">
                  <c:v>15.929716275903488</c:v>
                </c:pt>
                <c:pt idx="3">
                  <c:v>14.25076662195686</c:v>
                </c:pt>
                <c:pt idx="4">
                  <c:v>9.0001348578571552</c:v>
                </c:pt>
                <c:pt idx="5">
                  <c:v>5.8403223095502135</c:v>
                </c:pt>
                <c:pt idx="6">
                  <c:v>3.7545250821355505</c:v>
                </c:pt>
                <c:pt idx="7">
                  <c:v>1.8579570885800687</c:v>
                </c:pt>
                <c:pt idx="8">
                  <c:v>0.82657808731943438</c:v>
                </c:pt>
                <c:pt idx="9">
                  <c:v>0.53035364353926551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87-4F0A-8A9E-FD9A1847C8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19.096880800880211</c:v>
                </c:pt>
                <c:pt idx="1">
                  <c:v>17.914070509402979</c:v>
                </c:pt>
                <c:pt idx="2">
                  <c:v>12.080597488501407</c:v>
                </c:pt>
                <c:pt idx="3">
                  <c:v>13.547951590684562</c:v>
                </c:pt>
                <c:pt idx="4">
                  <c:v>7.0318326747760924</c:v>
                </c:pt>
                <c:pt idx="5">
                  <c:v>4.1781495449123423</c:v>
                </c:pt>
                <c:pt idx="6">
                  <c:v>1.4863795126341814</c:v>
                </c:pt>
                <c:pt idx="7">
                  <c:v>2.1051603782904595</c:v>
                </c:pt>
                <c:pt idx="8">
                  <c:v>0.26788892411144433</c:v>
                </c:pt>
                <c:pt idx="9">
                  <c:v>0.22520177993259116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87-4F0A-8A9E-FD9A1847C8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13.627732858291317</c:v>
                </c:pt>
                <c:pt idx="1">
                  <c:v>9.4317581669815507</c:v>
                </c:pt>
                <c:pt idx="2">
                  <c:v>22.156428286167145</c:v>
                </c:pt>
                <c:pt idx="3">
                  <c:v>17.317910549815771</c:v>
                </c:pt>
                <c:pt idx="4">
                  <c:v>5.4453710407477525</c:v>
                </c:pt>
                <c:pt idx="5">
                  <c:v>2.7565730846057002</c:v>
                </c:pt>
                <c:pt idx="6">
                  <c:v>2.9374401823539169</c:v>
                </c:pt>
                <c:pt idx="7">
                  <c:v>0.78877383152384917</c:v>
                </c:pt>
                <c:pt idx="8">
                  <c:v>0.60924923917475771</c:v>
                </c:pt>
                <c:pt idx="9">
                  <c:v>1.7012689748230159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87-4F0A-8A9E-FD9A1847C8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23.251004955185625</c:v>
                </c:pt>
                <c:pt idx="1">
                  <c:v>21.254165245103348</c:v>
                </c:pt>
                <c:pt idx="2">
                  <c:v>17.614437877296929</c:v>
                </c:pt>
                <c:pt idx="3">
                  <c:v>12.666244971053178</c:v>
                </c:pt>
                <c:pt idx="4">
                  <c:v>16.467629878811959</c:v>
                </c:pt>
                <c:pt idx="5">
                  <c:v>12.226642633101822</c:v>
                </c:pt>
                <c:pt idx="6">
                  <c:v>9.1450585766791441</c:v>
                </c:pt>
                <c:pt idx="7">
                  <c:v>2.4058430196056322</c:v>
                </c:pt>
                <c:pt idx="8">
                  <c:v>2.1701210761157181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87-4F0A-8A9E-FD9A1847C8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Si vous deviez acheter de la nourriture pour votre animal demain, quelles marques envisageriez-vous sérieusement d'acheter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712999999999999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32.526659207971015</c:v>
                </c:pt>
                <c:pt idx="1">
                  <c:v>31.474029288743978</c:v>
                </c:pt>
                <c:pt idx="2">
                  <c:v>27.504166940701445</c:v>
                </c:pt>
                <c:pt idx="3">
                  <c:v>23.483166220300973</c:v>
                </c:pt>
                <c:pt idx="4">
                  <c:v>16.157631754788518</c:v>
                </c:pt>
                <c:pt idx="5">
                  <c:v>15.81480974224009</c:v>
                </c:pt>
                <c:pt idx="6">
                  <c:v>15.430091254874196</c:v>
                </c:pt>
                <c:pt idx="7">
                  <c:v>10.646239465364957</c:v>
                </c:pt>
                <c:pt idx="8">
                  <c:v>6.7267229797181427</c:v>
                </c:pt>
                <c:pt idx="9">
                  <c:v>4.0422268531206731</c:v>
                </c:pt>
                <c:pt idx="10">
                  <c:v>2.8593246162109631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E-426F-92C3-CFA836351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35.633807062198755</c:v>
                </c:pt>
                <c:pt idx="1">
                  <c:v>32.678211642633549</c:v>
                </c:pt>
                <c:pt idx="2">
                  <c:v>22.296540847175287</c:v>
                </c:pt>
                <c:pt idx="3">
                  <c:v>23.803029038452586</c:v>
                </c:pt>
                <c:pt idx="4">
                  <c:v>14.81529756476529</c:v>
                </c:pt>
                <c:pt idx="5">
                  <c:v>15.303181534567722</c:v>
                </c:pt>
                <c:pt idx="6">
                  <c:v>16.331687182677275</c:v>
                </c:pt>
                <c:pt idx="7">
                  <c:v>9.9550102342122031</c:v>
                </c:pt>
                <c:pt idx="8">
                  <c:v>7.2621174452711612</c:v>
                </c:pt>
                <c:pt idx="9">
                  <c:v>2.5681729426780135</c:v>
                </c:pt>
                <c:pt idx="10">
                  <c:v>1.6402845763317839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0E-426F-92C3-CFA8363515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21.928830269260345</c:v>
                </c:pt>
                <c:pt idx="1">
                  <c:v>25.616249029298256</c:v>
                </c:pt>
                <c:pt idx="2">
                  <c:v>30.398763485959769</c:v>
                </c:pt>
                <c:pt idx="3">
                  <c:v>13.208160451804298</c:v>
                </c:pt>
                <c:pt idx="4">
                  <c:v>14.309112579521315</c:v>
                </c:pt>
                <c:pt idx="5">
                  <c:v>13.286413998012323</c:v>
                </c:pt>
                <c:pt idx="6">
                  <c:v>17.570910519768265</c:v>
                </c:pt>
                <c:pt idx="7">
                  <c:v>13.953730837902834</c:v>
                </c:pt>
                <c:pt idx="8">
                  <c:v>2.9682988810610471</c:v>
                </c:pt>
                <c:pt idx="9">
                  <c:v>3.8637282959421149</c:v>
                </c:pt>
                <c:pt idx="10">
                  <c:v>3.8421810220371806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0E-426F-92C3-CFA8363515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36.628222151841065</c:v>
                </c:pt>
                <c:pt idx="1">
                  <c:v>34.779644573404866</c:v>
                </c:pt>
                <c:pt idx="2">
                  <c:v>35.204214252452033</c:v>
                </c:pt>
                <c:pt idx="3">
                  <c:v>32.908305820654583</c:v>
                </c:pt>
                <c:pt idx="4">
                  <c:v>20.685892329310438</c:v>
                </c:pt>
                <c:pt idx="5">
                  <c:v>19.328617063718408</c:v>
                </c:pt>
                <c:pt idx="6">
                  <c:v>11.507122806358952</c:v>
                </c:pt>
                <c:pt idx="7">
                  <c:v>8.8026664275831035</c:v>
                </c:pt>
                <c:pt idx="8">
                  <c:v>9.3276656743012598</c:v>
                </c:pt>
                <c:pt idx="9">
                  <c:v>7.199933497087482</c:v>
                </c:pt>
                <c:pt idx="10">
                  <c:v>4.3625616578956423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0E-426F-92C3-CFA836351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Pour quelles raisons n'envisageriez-vous pas d'acheter la marque Hill’s ? (3 réponses maximum)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9279999999999999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Oui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Je pense que c'est une marque réservée uniquement aux animaux malades</c:v>
                </c:pt>
                <c:pt idx="1">
                  <c:v>Je n’ai pas vu assez d'avis positif en ligne</c:v>
                </c:pt>
                <c:pt idx="2">
                  <c:v>Je ne suis pas convaincu par l'efficacité ou les bénéfices santé</c:v>
                </c:pt>
                <c:pt idx="3">
                  <c:v>Autre</c:v>
                </c:pt>
                <c:pt idx="4">
                  <c:v>Je ne suis pas convaincu par la qualité de la composition (ingrédients)</c:v>
                </c:pt>
                <c:pt idx="5">
                  <c:v>Ce n'est pas une marque recommandée par mon vétérinaire</c:v>
                </c:pt>
                <c:pt idx="6">
                  <c:v>Mon animal a déjà testé cette marque et n’a pas aimé (ou eu une mauvaise expérience)</c:v>
                </c:pt>
                <c:pt idx="7">
                  <c:v>C'est une marque difficile à trouver (pas disponible dans mon supermarché ou lieu d’achat habituel)</c:v>
                </c:pt>
                <c:pt idx="8">
                  <c:v>Je ne connais pas assez la marque ou ses produits</c:v>
                </c:pt>
                <c:pt idx="9">
                  <c:v>Je trouve que le prix est trop élevé par rapport à mon budget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2.3557020713188193</c:v>
                </c:pt>
                <c:pt idx="1">
                  <c:v>2.6243781585195558</c:v>
                </c:pt>
                <c:pt idx="2">
                  <c:v>6.0778520075700664</c:v>
                </c:pt>
                <c:pt idx="3">
                  <c:v>6.0913140492247866</c:v>
                </c:pt>
                <c:pt idx="4">
                  <c:v>8.5972138867759682</c:v>
                </c:pt>
                <c:pt idx="5">
                  <c:v>8.9635351639720326</c:v>
                </c:pt>
                <c:pt idx="6">
                  <c:v>13.489935274774091</c:v>
                </c:pt>
                <c:pt idx="7">
                  <c:v>16.617666011878391</c:v>
                </c:pt>
                <c:pt idx="8">
                  <c:v>35.722530878718203</c:v>
                </c:pt>
                <c:pt idx="9">
                  <c:v>39.893441192250791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08-49E8-ABD3-C0905AFAA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Ensemble 18-70 ans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xMode val="edge"/>
          <c:yMode val="edge"/>
          <c:x val="0"/>
          <c:y val="4.8000000000000001E-2"/>
          <c:w val="1"/>
          <c:h val="0.9279999999999999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8C1-4018-A0D7-A81F4F9EFA9A}"/>
              </c:ext>
            </c:extLst>
          </c:dPt>
          <c:dPt>
            <c:idx val="1"/>
            <c:bubble3D val="0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48C1-4018-A0D7-A81F4F9EFA9A}"/>
              </c:ext>
            </c:extLst>
          </c:dPt>
          <c:dPt>
            <c:idx val="2"/>
            <c:bubble3D val="0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48C1-4018-A0D7-A81F4F9EFA9A}"/>
              </c:ext>
            </c:extLst>
          </c:dPt>
          <c:dPt>
            <c:idx val="3"/>
            <c:bubble3D val="0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48C1-4018-A0D7-A81F4F9EFA9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26.813262093023084</c:v>
                </c:pt>
                <c:pt idx="1">
                  <c:v>68.129909841905103</c:v>
                </c:pt>
                <c:pt idx="2">
                  <c:v>3.9444482691538392</c:v>
                </c:pt>
                <c:pt idx="3">
                  <c:v>1.11237979591799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C1-4018-A0D7-A81F4F9EFA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Possède chat uniquement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xMode val="edge"/>
          <c:yMode val="edge"/>
          <c:x val="0"/>
          <c:y val="4.8000000000000001E-2"/>
          <c:w val="1"/>
          <c:h val="0.9279999999999999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8C2-4521-AB1B-046BC160AE24}"/>
              </c:ext>
            </c:extLst>
          </c:dPt>
          <c:dPt>
            <c:idx val="1"/>
            <c:bubble3D val="0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8C2-4521-AB1B-046BC160AE24}"/>
              </c:ext>
            </c:extLst>
          </c:dPt>
          <c:dPt>
            <c:idx val="2"/>
            <c:bubble3D val="0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8C2-4521-AB1B-046BC160AE24}"/>
              </c:ext>
            </c:extLst>
          </c:dPt>
          <c:dPt>
            <c:idx val="3"/>
            <c:bubble3D val="0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8C2-4521-AB1B-046BC160AE24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25.893592871417059</c:v>
                </c:pt>
                <c:pt idx="1">
                  <c:v>69.580040807229054</c:v>
                </c:pt>
                <c:pt idx="2">
                  <c:v>3.999581795906717</c:v>
                </c:pt>
                <c:pt idx="3">
                  <c:v>0.52678452544717935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C2-4521-AB1B-046BC160AE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Possède chien uniquement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xMode val="edge"/>
          <c:yMode val="edge"/>
          <c:x val="0"/>
          <c:y val="4.8000000000000001E-2"/>
          <c:w val="1"/>
          <c:h val="0.9279999999999999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07F-4C04-90C6-48E4BCF4632C}"/>
              </c:ext>
            </c:extLst>
          </c:dPt>
          <c:dPt>
            <c:idx val="1"/>
            <c:bubble3D val="0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07F-4C04-90C6-48E4BCF4632C}"/>
              </c:ext>
            </c:extLst>
          </c:dPt>
          <c:dPt>
            <c:idx val="2"/>
            <c:bubble3D val="0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07F-4C04-90C6-48E4BCF4632C}"/>
              </c:ext>
            </c:extLst>
          </c:dPt>
          <c:dPt>
            <c:idx val="3"/>
            <c:bubble3D val="0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07F-4C04-90C6-48E4BCF4632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77.056146289695832</c:v>
                </c:pt>
                <c:pt idx="2">
                  <c:v>6.1829320234130662</c:v>
                </c:pt>
                <c:pt idx="3">
                  <c:v>2.3031253961258691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7F-4C04-90C6-48E4BCF463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Possède chien et chat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xMode val="edge"/>
          <c:yMode val="edge"/>
          <c:x val="0"/>
          <c:y val="4.8000000000000001E-2"/>
          <c:w val="1"/>
          <c:h val="0.9279999999999999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bubble3D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59D-4F0F-88A3-67EB8D1282A5}"/>
              </c:ext>
            </c:extLst>
          </c:dPt>
          <c:dPt>
            <c:idx val="1"/>
            <c:bubble3D val="0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459D-4F0F-88A3-67EB8D1282A5}"/>
              </c:ext>
            </c:extLst>
          </c:dPt>
          <c:dPt>
            <c:idx val="2"/>
            <c:bubble3D val="0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459D-4F0F-88A3-67EB8D1282A5}"/>
              </c:ext>
            </c:extLst>
          </c:dPt>
          <c:dPt>
            <c:idx val="3"/>
            <c:bubble3D val="0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459D-4F0F-88A3-67EB8D1282A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38.638387553479497</c:v>
                </c:pt>
                <c:pt idx="1">
                  <c:v>58.239041769827715</c:v>
                </c:pt>
                <c:pt idx="2">
                  <c:v>1.993286526708028</c:v>
                </c:pt>
                <c:pt idx="3">
                  <c:v>1.1292841499847301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59D-4F0F-88A3-67EB8D1282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rPr lang="fr-FR"/>
              <a:t>Quelle opinion avez-vous de la marque Hill’s ?</a:t>
            </a:r>
          </a:p>
        </c:rich>
      </c:tx>
      <c:layout>
        <c:manualLayout>
          <c:xMode val="edge"/>
          <c:yMode val="edge"/>
          <c:x val="0.05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4.8000000000000001E-2"/>
          <c:w val="1"/>
          <c:h val="0.86999999999999988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25.893592871417052</c:v>
                </c:pt>
                <c:pt idx="2">
                  <c:v>26.813262093023084</c:v>
                </c:pt>
                <c:pt idx="3">
                  <c:v>38.638387553479511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C-43E5-B5EB-73CA5DBBB0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 assez bonne opinion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77.056146289695832</c:v>
                </c:pt>
                <c:pt idx="1">
                  <c:v>69.580040807229054</c:v>
                </c:pt>
                <c:pt idx="2">
                  <c:v>68.129909841905089</c:v>
                </c:pt>
                <c:pt idx="3">
                  <c:v>58.239041769827729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CC-43E5-B5EB-73CA5DBBB0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 assez mauvaise opinion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6.1829320234130662</c:v>
                </c:pt>
                <c:pt idx="1">
                  <c:v>3.9995817959067161</c:v>
                </c:pt>
                <c:pt idx="2">
                  <c:v>3.9444482691538383</c:v>
                </c:pt>
                <c:pt idx="3">
                  <c:v>1.9932865267080286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CC-43E5-B5EB-73CA5DBBB0E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Une très mauvaise opinion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2.3031253961258691</c:v>
                </c:pt>
                <c:pt idx="1">
                  <c:v>0.52678452544717924</c:v>
                </c:pt>
                <c:pt idx="2">
                  <c:v>1.1123797959179897</c:v>
                </c:pt>
                <c:pt idx="3">
                  <c:v>1.1292841499847304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CC-43E5-B5EB-73CA5DBBB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5"/>
          <c:y val="0.94599999999999995"/>
          <c:w val="0.9"/>
          <c:h val="4.8000000000000001E-2"/>
        </c:manualLayout>
      </c:layout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799200D8-54AD-AE19-8AC5-FBC227CE8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E4A48-B3C9-B942-90EF-ECA811FD16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Espace réservé du graphique 8">
            <a:extLst>
              <a:ext uri="{FF2B5EF4-FFF2-40B4-BE49-F238E27FC236}">
                <a16:creationId xmlns:a16="http://schemas.microsoft.com/office/drawing/2014/main" id="{E1C0FF76-A11D-643F-0CE4-399C64970A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275108" y="1968794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4A6349C4-5CD4-0971-9174-E93C86801D5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62150" y="1968793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93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6F6576-7A2E-BF11-F427-1A224CC0F784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8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6A76A5A6-7C90-587B-5DCC-744E585C79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11490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BE296104-89B9-E3FE-4CF5-1C7AF6CF264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42694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3A018F94-1511-FABB-B2F8-AFF665A3C94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99285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3F6E033E-77DF-9B10-389F-DA12DD20B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26810A-51BE-4581-3D89-E177CF8B534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graphique 8">
            <a:extLst>
              <a:ext uri="{FF2B5EF4-FFF2-40B4-BE49-F238E27FC236}">
                <a16:creationId xmlns:a16="http://schemas.microsoft.com/office/drawing/2014/main" id="{4F8DDB78-8E7E-57B2-3471-0FE4853291D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5060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1730DDDB-CBCA-F208-DCB8-BD404E57FAD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4750" y="1993538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1F4A12B4-EDD4-2A10-175E-C4D46BFB810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264905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FD0E334E-4EA2-7B16-BB76-9367A649259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141958" y="1993537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10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  <p:sldLayoutId id="2147483671" r:id="rId4"/>
    <p:sldLayoutId id="2147483665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  <p:extLst>
              <p:ext uri="{D42A27DB-BD31-4B8C-83A1-F6EECF244321}">
                <p14:modId xmlns:p14="http://schemas.microsoft.com/office/powerpoint/2010/main" val="1865836000"/>
              </p:ext>
            </p:extLst>
          </p:nvPr>
        </p:nvGraphicFramePr>
        <p:xfrm>
          <a:off x="275060" y="1993539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Placeholder 3"/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760736452"/>
              </p:ext>
            </p:extLst>
          </p:nvPr>
        </p:nvGraphicFramePr>
        <p:xfrm>
          <a:off x="6254750" y="1993538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Placeholder 4"/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1289519613"/>
              </p:ext>
            </p:extLst>
          </p:nvPr>
        </p:nvGraphicFramePr>
        <p:xfrm>
          <a:off x="3264905" y="1993539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Placeholder 5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783655274"/>
              </p:ext>
            </p:extLst>
          </p:nvPr>
        </p:nvGraphicFramePr>
        <p:xfrm>
          <a:off x="9141958" y="1993537"/>
          <a:ext cx="2709680" cy="405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2095500" y="6272706"/>
            <a:ext cx="127000" cy="127000"/>
          </a:xfrm>
          <a:prstGeom prst="rect">
            <a:avLst/>
          </a:prstGeom>
          <a:solidFill>
            <a:srgbClr val="C7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73300" y="6158406"/>
            <a:ext cx="1524000" cy="355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excellente opinion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5900" y="6272706"/>
            <a:ext cx="127000" cy="127000"/>
          </a:xfrm>
          <a:prstGeom prst="rect">
            <a:avLst/>
          </a:prstGeom>
          <a:solidFill>
            <a:srgbClr val="184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3700" y="6158406"/>
            <a:ext cx="1587500" cy="355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assez bonne opinion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9800" y="6272706"/>
            <a:ext cx="127000" cy="127000"/>
          </a:xfrm>
          <a:prstGeom prst="rect">
            <a:avLst/>
          </a:prstGeom>
          <a:solidFill>
            <a:srgbClr val="72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7600" y="6158406"/>
            <a:ext cx="1778000" cy="355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assez mauvaise opinion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4200" y="6272706"/>
            <a:ext cx="127000" cy="127000"/>
          </a:xfrm>
          <a:prstGeom prst="rect">
            <a:avLst/>
          </a:prstGeom>
          <a:solidFill>
            <a:srgbClr val="A82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2000" y="6158406"/>
            <a:ext cx="1714500" cy="355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très mauvaise opinion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sz="quarter" idx="12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Grand écran</PresentationFormat>
  <Paragraphs>15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13</cp:revision>
  <dcterms:created xsi:type="dcterms:W3CDTF">2026-04-22T09:22:27Z</dcterms:created>
  <dcterms:modified xsi:type="dcterms:W3CDTF">2026-04-23T08:45:11Z</dcterms:modified>
</cp:coreProperties>
</file>