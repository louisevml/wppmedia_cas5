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81435" r:id="rId2"/>
    <p:sldId id="2147481667" r:id="rId3"/>
    <p:sldId id="2147481671" r:id="rId4"/>
    <p:sldId id="2147481670" r:id="rId5"/>
    <p:sldId id="2147481668" r:id="rId6"/>
    <p:sldId id="214748166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23DD5-F3A3-1840-AA40-34F3AF6527A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9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9E11-3846-97EA-4AFE-4AFC4290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A5959-BABE-BD10-3A93-681F58BB2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B4E09-AEB2-B08F-58BC-8EE913AD0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E315D-9D29-5C70-C4F3-1D109B1E9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23DD5-F3A3-1840-AA40-34F3AF6527A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1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9ED365BF-D48B-CBC9-E31F-670109F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102">
            <a:extLst>
              <a:ext uri="{FF2B5EF4-FFF2-40B4-BE49-F238E27FC236}">
                <a16:creationId xmlns:a16="http://schemas.microsoft.com/office/drawing/2014/main" id="{5709EDDF-A436-8189-9A77-AD3ED99F3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C12F05E-3EAF-AA1D-3392-3626E9D691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41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0F9B-7295-3EB8-C680-FF481388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>
            <a:extLst>
              <a:ext uri="{FF2B5EF4-FFF2-40B4-BE49-F238E27FC236}">
                <a16:creationId xmlns:a16="http://schemas.microsoft.com/office/drawing/2014/main" id="{AAAE605D-95AA-3ACC-46D0-EFEA7CDB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05" y="153464"/>
            <a:ext cx="10065431" cy="987425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fr-FR" sz="2200" noProof="0" dirty="0"/>
          </a:p>
        </p:txBody>
      </p: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sp>
        <p:nvSpPr>
          <p:cNvPr id="5" name="Espace réservé du pied de page 102">
            <a:extLst>
              <a:ext uri="{FF2B5EF4-FFF2-40B4-BE49-F238E27FC236}">
                <a16:creationId xmlns:a16="http://schemas.microsoft.com/office/drawing/2014/main" id="{9B19D4CC-F1BF-375E-ADFA-93E8C56058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76101" y="6406375"/>
            <a:ext cx="2054136" cy="36512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D42F261D-778B-85DE-C7D5-8920C0D83C8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82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2075F-B443-A4D2-D8B6-9CF695EA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15658224-62F2-90EF-B0BF-C399ADDD437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67C86-7D7A-7F20-C406-6047FF4D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FFA6C26E-8A90-9D7B-62D3-75A546EB32F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B382F1E2-0235-9759-276D-B164D9F0E22A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85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CABB4-3AD6-F124-774E-48A5879E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D146C6F1-D588-1A6E-FECD-CF506BFC8B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DC11EAF0-E5E8-20BC-F049-2F3214756D8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12543A2B-E454-16CE-61CF-54EC81AA4A5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39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D264FD-F639-A617-9530-B3D3ED9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1A88978B-7D22-356D-F888-70D9F37448E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F0F623B5-5912-35CC-50EA-E8270733895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2871DC5E-4837-3409-4BFB-E306496CF87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7D621EBA-567D-E83A-306C-51D94F41B04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4789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2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11</cp:revision>
  <dcterms:created xsi:type="dcterms:W3CDTF">2026-04-22T09:22:27Z</dcterms:created>
  <dcterms:modified xsi:type="dcterms:W3CDTF">2026-04-22T15:27:25Z</dcterms:modified>
</cp:coreProperties>
</file>